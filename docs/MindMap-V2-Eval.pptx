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00" Type="http://schemas.openxmlformats.org/officeDocument/2006/relationships/presProps" Target="presProps.xml"/>
  <Relationship Id="rId101" Type="http://schemas.openxmlformats.org/officeDocument/2006/relationships/viewProps" Target="viewProps.xml"/>
  <Relationship Id="rId102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  <Relationship Id="rId2" Type="http://schemas.openxmlformats.org/officeDocument/2006/relationships/image" Target="../media/studio.png"/>
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000"/>
            <a:ext cx="11000000" cy="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HCAI  ·  WEEKS 1–3</a:t>
            </a:r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548640" y="3600000"/>
            <a:ext cx="11000000" cy="1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6000" b="1" dirty="0">
                <a:solidFill>
                  <a:srgbClr val="1C1917"/>
                </a:solidFill>
                <a:latin typeface="Georgia"/>
              </a:rPr>
              <a:t>MindMap V2</a:t>
            </a:r>
            <a:endParaRPr lang="en-US"/>
          </a:p>
        </p:txBody>
      </p:sp>
      <p:sp>
        <p:nvSpPr>
          <p:cNvPr id="4" name="Lede"/>
          <p:cNvSpPr txBox="1"/>
          <p:nvPr/>
        </p:nvSpPr>
        <p:spPr>
          <a:xfrm>
            <a:off x="548640" y="5100000"/>
            <a:ext cx="10000000" cy="9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dirty="0">
                <a:solidFill>
                  <a:srgbClr val="57534E"/>
                </a:solidFill>
                <a:latin typeface="Calibri"/>
              </a:rPr>
              <a:t>A chat-first agent that drafts a mind map, challenges it with research, and only finalizes after you answer.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WHO IT’S FOR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Someone starting a messy plan, not a polished report.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Need: turn a vague topic into a map they can argue with — trip, launch, or research plan.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Success: they can say what the challenge step changed, and whether they’d use the result.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Studio stays hidden until a draft exists. Conversation first, artifact second.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THE LOOP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Chat drives every step.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Topic → goal → constraints → draft → research + questions → your answers → validate → rate.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You can skip goal/constraints, answer any probing question, attach a source, or start over.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Validation must return OK or the app asks a clarifying question instead of showing a broken map.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400000"/>
            <a:ext cx="11000000" cy="3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PRODUCT</a:t>
            </a:r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548640" y="70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2800" b="1" dirty="0">
                <a:solidFill>
                  <a:srgbClr val="1C1917"/>
                </a:solidFill>
                <a:latin typeface="Georgia"/>
              </a:rPr>
              <a:t>Chat on the left. Studio on the right.</a:t>
            </a:r>
            <a:endParaRPr lang="en-US"/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000"/>
            <a:ext cx="11085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HCAI MAPPING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Where the brief shows up in the product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Trust: disclaimer on every screen — drafts and challenges, does not verify facts.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Control: skip, answer, attach files, start over. The map is not a one-shot dump.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Feedback: rate + comment after a final map. Logged to eval/feedback_log.csv.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WHAT TO TRY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A 12-minute evaluation path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Happy path: “10-day trip to Singapore.” Skip goal if you want. Answer two questions. Watch the map change.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Source: attach a short .txt or .pdf mid-chat. Check that the map absorbs it.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Close the loop: rate the result. If something felt off, say so in the comment.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EVIDENCE IN THE REPO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What graders can open without a demo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eval/run_eval.py — draft → research → challenge on 3 topics.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agent/prompts.py — draft, research, challenge, refine, validate.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agent/file_ingest.py — .txt / .md / .csv / .pdf; image-only PDFs say so.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https://github.com/pranayamanikonda/mindmap-v2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HONEST GAPS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Known, not hidden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Validate checks structure, not unsafe / out-of-scope content.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File + answer in the same send can skip the answer.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Google Search 429s fall back to ungrounded research.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Free-tier Gemini quota is shared by everyone on the live app.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11000000" cy="2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400" b="1" dirty="0">
                <a:solidFill>
                  <a:srgbClr val="0F766E"/>
                </a:solidFill>
                <a:latin typeface="Calibri"/>
              </a:rPr>
              <a:t>LINKS</a:t>
            </a:r>
            <a:endParaRPr lang="en-US"/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1C1917"/>
                </a:solidFill>
                <a:latin typeface="Georgia"/>
              </a:rPr>
              <a:t>Code is public. Live app needs Streamlit Cloud.</a:t>
            </a:r>
            <a:endParaRPr lang="en-US"/>
          </a:p>
        </p:txBody>
      </p:sp>
      <p:sp>
        <p:nvSpPr>
          <p:cNvPr id="3" name="Body"/>
          <p:cNvSpPr txBox="1"/>
          <p:nvPr/>
        </p:nvSpPr>
        <p:spPr>
          <a:xfrm>
            <a:off x="548640" y="2800000"/>
            <a:ext cx="1100000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Repo: github.com/pranayamanikonda/mindmap-v2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Deploy: share.streamlit.io — this repo, main, app.py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Secret (Cloud only, never in Git): GEMINI_API_KEY</a:t>
            </a:r>
            <a:endParaRPr lang="en-US"/>
          </a:p>
          <a:p>
            <a:pPr algn="l">
              <a:spcBef>
                <a:spcPts val="400"/>
              </a:spcBef>
            </a:pPr>
            <a:r>
              <a:rPr lang="en-US" sz="1800" dirty="0">
                <a:solidFill>
                  <a:srgbClr val="57534E"/>
                </a:solidFill>
                <a:latin typeface="Calibri"/>
              </a:rPr>
              <a:t>After deploy, send evaluators the *.streamlit.app URL.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400000"/>
            <a:ext cx="11000000" cy="16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3600" b="1" dirty="0">
                <a:solidFill>
                  <a:srgbClr val="1C1917"/>
                </a:solidFill>
                <a:latin typeface="Georgia"/>
              </a:rPr>
              <a:t>Try it, then tell me what you’d change.</a:t>
            </a:r>
            <a:endParaRPr lang="en-US"/>
          </a:p>
        </p:txBody>
      </p:sp>
      <p:sp>
        <p:nvSpPr>
          <p:cNvPr id="3" name="Lede"/>
          <p:cNvSpPr txBox="1"/>
          <p:nvPr/>
        </p:nvSpPr>
        <p:spPr>
          <a:xfrm>
            <a:off x="548640" y="4200000"/>
            <a:ext cx="10000000" cy="1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800" dirty="0">
                <a:solidFill>
                  <a:srgbClr val="57534E"/>
                </a:solidFill>
                <a:latin typeface="Calibri"/>
              </a:rPr>
              <a:t>The useful critique is: did the challenge step earn the map, or would you have been better with a blank page?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dMap V2">
  <a:themeElements>
    <a:clrScheme name="MindMap">
      <a:dk1>
        <a:srgbClr val="1C1917"/>
      </a:dk1>
      <a:lt1>
        <a:srgbClr val="F3EEE6"/>
      </a:lt1>
      <a:dk2>
        <a:srgbClr val="57534E"/>
      </a:dk2>
      <a:lt2>
        <a:srgbClr val="FFFAF4"/>
      </a:lt2>
      <a:accent1>
        <a:srgbClr val="0F766E"/>
      </a:accent1>
      <a:accent2>
        <a:srgbClr val="0F766E"/>
      </a:accent2>
      <a:accent3>
        <a:srgbClr val="0F766E"/>
      </a:accent3>
      <a:accent4>
        <a:srgbClr val="0F766E"/>
      </a:accent4>
      <a:accent5>
        <a:srgbClr val="0F766E"/>
      </a:accent5>
      <a:accent6>
        <a:srgbClr val="0F766E"/>
      </a:accent6>
      <a:hlink>
        <a:srgbClr val="0F766E"/>
      </a:hlink>
      <a:folHlink>
        <a:srgbClr val="0F766E"/>
      </a:folHlink>
    </a:clrScheme>
    <a:fontScheme name="MindMap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MindM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